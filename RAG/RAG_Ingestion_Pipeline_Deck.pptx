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-1325880"/>
            <a:ext cx="3200400" cy="3200400"/>
          </a:xfrm>
          <a:prstGeom prst="ellipse">
            <a:avLst/>
          </a:prstGeom>
          <a:solidFill>
            <a:srgbClr val="7833FE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5349240"/>
            <a:ext cx="2743200" cy="2743200"/>
          </a:xfrm>
          <a:prstGeom prst="ellipse">
            <a:avLst/>
          </a:prstGeom>
          <a:solidFill>
            <a:srgbClr val="7833F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3504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  •  RAG INGESTION PIPELINE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96012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Blog to Searchable Knowledge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8745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one-time ingestion pipeline turns a plain file into a knowledge base you can search.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" y="2697480"/>
            <a:ext cx="1495044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5400000">
              <a:srgbClr val="1A0A4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" y="2916936"/>
            <a:ext cx="1403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Document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3355848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33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consoleflareblog.txt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080260" y="269748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500884" y="2697480"/>
            <a:ext cx="1495044" cy="1143000"/>
          </a:xfrm>
          <a:prstGeom prst="roundRect">
            <a:avLst>
              <a:gd name="adj" fmla="val 9600"/>
            </a:avLst>
          </a:prstGeom>
          <a:solidFill>
            <a:srgbClr val="7833FE"/>
          </a:solidFill>
          <a:ln/>
          <a:effectLst>
            <a:outerShdw sx="100000" sy="100000" kx="0" ky="0" algn="bl" rotWithShape="0" blurRad="101600" dist="50800" dir="5400000">
              <a:srgbClr val="1A0A40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546604" y="2697480"/>
            <a:ext cx="14036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69748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398264" y="2697480"/>
            <a:ext cx="1495044" cy="1143000"/>
          </a:xfrm>
          <a:prstGeom prst="roundRect">
            <a:avLst>
              <a:gd name="adj" fmla="val 9600"/>
            </a:avLst>
          </a:prstGeom>
          <a:solidFill>
            <a:srgbClr val="7833FE"/>
          </a:solidFill>
          <a:ln/>
          <a:effectLst>
            <a:outerShdw sx="100000" sy="100000" kx="0" ky="0" algn="bl" rotWithShape="0" blurRad="101600" dist="50800" dir="5400000">
              <a:srgbClr val="1A0A40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443984" y="2697480"/>
            <a:ext cx="14036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875020" y="269748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95644" y="2697480"/>
            <a:ext cx="1495044" cy="1143000"/>
          </a:xfrm>
          <a:prstGeom prst="roundRect">
            <a:avLst>
              <a:gd name="adj" fmla="val 9600"/>
            </a:avLst>
          </a:prstGeom>
          <a:solidFill>
            <a:srgbClr val="7833FE"/>
          </a:solidFill>
          <a:ln/>
          <a:effectLst>
            <a:outerShdw sx="100000" sy="100000" kx="0" ky="0" algn="bl" rotWithShape="0" blurRad="101600" dist="50800" dir="5400000">
              <a:srgbClr val="1A0A40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41364" y="2697480"/>
            <a:ext cx="14036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269748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93024" y="2697480"/>
            <a:ext cx="1495044" cy="1143000"/>
          </a:xfrm>
          <a:prstGeom prst="roundRect">
            <a:avLst>
              <a:gd name="adj" fmla="val 9600"/>
            </a:avLst>
          </a:prstGeom>
          <a:solidFill>
            <a:srgbClr val="7833FE"/>
          </a:solidFill>
          <a:ln/>
          <a:effectLst>
            <a:outerShdw sx="100000" sy="100000" kx="0" ky="0" algn="bl" rotWithShape="0" blurRad="101600" dist="50800" dir="5400000">
              <a:srgbClr val="1A0A40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38744" y="2697480"/>
            <a:ext cx="14036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669780" y="269748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090404" y="2697480"/>
            <a:ext cx="1495044" cy="1143000"/>
          </a:xfrm>
          <a:prstGeom prst="roundRect">
            <a:avLst>
              <a:gd name="adj" fmla="val 9600"/>
            </a:avLst>
          </a:prstGeom>
          <a:solidFill>
            <a:srgbClr val="34E5B0"/>
          </a:solidFill>
          <a:ln/>
          <a:effectLst>
            <a:outerShdw sx="100000" sy="100000" kx="0" ky="0" algn="bl" rotWithShape="0" blurRad="101600" dist="50800" dir="5400000">
              <a:srgbClr val="1A0A40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136124" y="2697480"/>
            <a:ext cx="14036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" y="4572000"/>
            <a:ext cx="82296" cy="1051560"/>
          </a:xfrm>
          <a:prstGeom prst="rect">
            <a:avLst/>
          </a:prstGeom>
          <a:solidFill>
            <a:srgbClr val="34E5B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" y="45902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asks: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does this blog say about Data Analytics?”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51206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can answer, the raw file has to be made retrieval-ready — that is exactly what this pipeline does.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03504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036808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Document to Retrieval Chunks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1143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file into a standard shape, then split that shape into smaller searchable units.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3504" y="1737360"/>
            <a:ext cx="5262372" cy="3566160"/>
          </a:xfrm>
          <a:prstGeom prst="roundRect">
            <a:avLst>
              <a:gd name="adj" fmla="val 3590"/>
            </a:avLst>
          </a:prstGeom>
          <a:solidFill>
            <a:srgbClr val="F4EFFE"/>
          </a:solidFill>
          <a:ln/>
          <a:effectLst>
            <a:outerShdw sx="100000" sy="100000" kx="0" ky="0" algn="bl" rotWithShape="0" blurRad="101600" dist="38100" dir="5400000">
              <a:srgbClr val="B9A8E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20299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7833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11680"/>
            <a:ext cx="41650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structure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23544" y="2697480"/>
            <a:ext cx="462229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0704" y="2697480"/>
            <a:ext cx="4347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consoleflareblog.txt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3063240"/>
            <a:ext cx="4622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" y="3319272"/>
            <a:ext cx="462229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" y="3319272"/>
            <a:ext cx="4347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UnstructuredLoader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" y="3685032"/>
            <a:ext cx="4622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" y="3941064"/>
            <a:ext cx="462229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8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0704" y="3941064"/>
            <a:ext cx="4347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33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 Document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" y="4526280"/>
            <a:ext cx="4622292" cy="658368"/>
          </a:xfrm>
          <a:prstGeom prst="roundRect">
            <a:avLst>
              <a:gd name="adj" fmla="val 9722"/>
            </a:avLst>
          </a:prstGeom>
          <a:solidFill>
            <a:srgbClr val="2E106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06424" y="4562856"/>
            <a:ext cx="43479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4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page_content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FC3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“actual blog text…”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metadata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FC3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filename · filetype · source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23076" y="1737360"/>
            <a:ext cx="5262372" cy="3566160"/>
          </a:xfrm>
          <a:prstGeom prst="roundRect">
            <a:avLst>
              <a:gd name="adj" fmla="val 3590"/>
            </a:avLst>
          </a:prstGeom>
          <a:solidFill>
            <a:srgbClr val="7833FE"/>
          </a:solidFill>
          <a:ln/>
          <a:effectLst>
            <a:outerShdw sx="100000" sy="100000" kx="0" ky="0" algn="bl" rotWithShape="0" blurRad="114300" dist="50800" dir="5400000">
              <a:srgbClr val="3A1C86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43116" y="20299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311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46036" y="2011680"/>
            <a:ext cx="41650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chunks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43116" y="2633472"/>
            <a:ext cx="4622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CharacterTextSplitter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43116" y="3035808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43116" y="30358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1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 = 1000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83396" y="3035808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83396" y="30358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10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chunk_overlap = 0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643116" y="3566160"/>
            <a:ext cx="4622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Separator-aware splitting around the target size — not blind 1000-character cuts.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43116" y="4069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Document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34756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746236" y="4023360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34E5B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46236" y="40233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31452" y="4023360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34E5B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331452" y="40233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16668" y="4023360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34E5B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916668" y="40233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501884" y="4023360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34E5B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501884" y="40233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087100" y="4023360"/>
            <a:ext cx="475488" cy="457200"/>
          </a:xfrm>
          <a:prstGeom prst="roundRect">
            <a:avLst>
              <a:gd name="adj" fmla="val 12000"/>
            </a:avLst>
          </a:prstGeom>
          <a:solidFill>
            <a:srgbClr val="34E5B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1087100" y="40233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0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643116" y="4617720"/>
            <a:ext cx="4622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retrieval chunks  ·  overlap = 0 → no repeated context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3504" y="5486400"/>
            <a:ext cx="10981944" cy="566928"/>
          </a:xfrm>
          <a:prstGeom prst="roundRect">
            <a:avLst>
              <a:gd name="adj" fmla="val 16129"/>
            </a:avLst>
          </a:prstGeom>
          <a:solidFill>
            <a:srgbClr val="E8FBF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03504" y="5486400"/>
            <a:ext cx="10981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pPr algn="ctr" indent="0" marL="0">
              <a:buNone/>
            </a:pPr>
            <a:r>
              <a:rPr lang="en-US" sz="1300" b="1" dirty="0">
                <a:solidFill>
                  <a:srgbClr val="106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content + metadata.        </a:t>
            </a:r>
            <a:pPr algn="ctr" indent="0" marL="0">
              <a:buNone/>
            </a:pPr>
            <a:r>
              <a:rPr lang="en-US" sz="1300" b="1" dirty="0">
                <a:solidFill>
                  <a:srgbClr val="106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pPr algn="ctr" indent="0" marL="0">
              <a:buNone/>
            </a:pPr>
            <a:r>
              <a:rPr lang="en-US" sz="1300" b="1" dirty="0">
                <a:solidFill>
                  <a:srgbClr val="106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smaller retrieval units.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03504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11036808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→ Embeddings → Pinecone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1143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external NVIDIA model turns each chunk into a vector that Pinecone stores and searches.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3504" y="1828800"/>
            <a:ext cx="2402586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B9A8E8">
                <a:alpha val="2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833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578608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Chunk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962656"/>
            <a:ext cx="194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3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chunk.page_content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310128"/>
            <a:ext cx="19453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retrieval unit of text.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960370" y="1828800"/>
            <a:ext cx="548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63290" y="1828800"/>
            <a:ext cx="2402586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B9A8E8">
                <a:alpha val="2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19322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833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19322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19322" y="2578608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719322" y="2962656"/>
            <a:ext cx="194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3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nvidia/nemotron-3-embed-1b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719322" y="3310128"/>
            <a:ext cx="19453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generates the vector — not Pinecone.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820156" y="1828800"/>
            <a:ext cx="548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23076" y="1828800"/>
            <a:ext cx="2402586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B9A8E8">
                <a:alpha val="2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79108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833F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79108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79108" y="2578608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2048-D Vector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579108" y="2962656"/>
            <a:ext cx="194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3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-0.44, 0.73, …]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79108" y="3310128"/>
            <a:ext cx="19453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values, not real output.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679942" y="1828800"/>
            <a:ext cx="548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182862" y="1828800"/>
            <a:ext cx="2402586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B9A8E8">
                <a:alpha val="2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38894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833F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38894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438894" y="2578608"/>
            <a:ext cx="18905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Index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438894" y="2962656"/>
            <a:ext cx="1945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3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PineconeVectorStore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438894" y="3310128"/>
            <a:ext cx="19453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vectors + metadata for search.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491222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03504" y="4434840"/>
            <a:ext cx="10981944" cy="749808"/>
          </a:xfrm>
          <a:prstGeom prst="roundRect">
            <a:avLst>
              <a:gd name="adj" fmla="val 12195"/>
            </a:avLst>
          </a:prstGeom>
          <a:solidFill>
            <a:srgbClr val="2E106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7824" y="4434840"/>
            <a:ext cx="10433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dimension: 2048</a:t>
            </a:r>
            <a:pPr algn="ctr" indent="0" marL="0">
              <a:buNone/>
            </a:pPr>
            <a:r>
              <a:rPr lang="en-US" sz="1350" b="1" dirty="0">
                <a:solidFill>
                  <a:srgbClr val="CFC3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↔        </a:t>
            </a:r>
            <a:pPr algn="ctr" indent="0" marL="0">
              <a:buNone/>
            </a:pPr>
            <a:r>
              <a:rPr lang="en-US" sz="1350" b="1" dirty="0">
                <a:solidFill>
                  <a:srgbClr val="34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Pinecone index dimension: 2048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✓ match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03504" y="5349240"/>
            <a:ext cx="10981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embedding model must encode both stored chunks and the user query — one shared 2048-D space.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03504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1036808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2926080" cy="2926080"/>
          </a:xfrm>
          <a:prstGeom prst="ellipse">
            <a:avLst/>
          </a:prstGeom>
          <a:solidFill>
            <a:srgbClr val="7833F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806440"/>
            <a:ext cx="2651760" cy="2651760"/>
          </a:xfrm>
          <a:prstGeom prst="ellipse">
            <a:avLst/>
          </a:prstGeom>
          <a:solidFill>
            <a:srgbClr val="7833F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3504" y="47548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RAG Ingestion Pipeline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188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stages, one flow — from a raw file to searchable vector records.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FC3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  </a:t>
            </a:r>
            <a:pPr indent="0" marL="0">
              <a:buNone/>
            </a:pPr>
            <a:r>
              <a:rPr lang="en-US" sz="1050" spc="100" kern="0" dirty="0">
                <a:solidFill>
                  <a:srgbClr val="34E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consoleflareblog.txt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" y="2148840"/>
            <a:ext cx="2471166" cy="2514600"/>
          </a:xfrm>
          <a:prstGeom prst="roundRect">
            <a:avLst>
              <a:gd name="adj" fmla="val 4810"/>
            </a:avLst>
          </a:prstGeom>
          <a:solidFill>
            <a:srgbClr val="7833FE"/>
          </a:solidFill>
          <a:ln/>
          <a:effectLst>
            <a:outerShdw sx="100000" sy="100000" kx="0" ky="0" algn="bl" rotWithShape="0" blurRad="114300" dist="50800" dir="5400000">
              <a:srgbClr val="1A0A40">
                <a:alpha val="3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59536" y="2368296"/>
            <a:ext cx="2013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06040"/>
            <a:ext cx="20139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9536" y="3081528"/>
            <a:ext cx="1959102" cy="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191256"/>
            <a:ext cx="20139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UnstructuredLoader</a:t>
            </a:r>
            <a:endParaRPr lang="en-US" sz="930" dirty="0"/>
          </a:p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loader.load()</a:t>
            </a:r>
            <a:endParaRPr lang="en-US" sz="930" dirty="0"/>
          </a:p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 Document</a:t>
            </a:r>
            <a:endParaRPr lang="en-US" sz="930" dirty="0"/>
          </a:p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page_content + metadata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3047238" y="2148840"/>
            <a:ext cx="4206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40430" y="2148840"/>
            <a:ext cx="2471166" cy="2514600"/>
          </a:xfrm>
          <a:prstGeom prst="roundRect">
            <a:avLst>
              <a:gd name="adj" fmla="val 4810"/>
            </a:avLst>
          </a:prstGeom>
          <a:solidFill>
            <a:srgbClr val="7833FE"/>
          </a:solidFill>
          <a:ln/>
          <a:effectLst>
            <a:outerShdw sx="100000" sy="100000" kx="0" ky="0" algn="bl" rotWithShape="0" blurRad="114300" dist="50800" dir="5400000">
              <a:srgbClr val="1A0A40">
                <a:alpha val="3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96462" y="2368296"/>
            <a:ext cx="2013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696462" y="2606040"/>
            <a:ext cx="20139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96462" y="3081528"/>
            <a:ext cx="1959102" cy="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96462" y="3191256"/>
            <a:ext cx="20139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CharacterTextSplitter</a:t>
            </a:r>
            <a:endParaRPr lang="en-US" sz="930" dirty="0"/>
          </a:p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split_documents()</a:t>
            </a:r>
            <a:endParaRPr lang="en-US" sz="930" dirty="0"/>
          </a:p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Document Chunks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5884164" y="2148840"/>
            <a:ext cx="4206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77356" y="2148840"/>
            <a:ext cx="2471166" cy="2514600"/>
          </a:xfrm>
          <a:prstGeom prst="roundRect">
            <a:avLst>
              <a:gd name="adj" fmla="val 4810"/>
            </a:avLst>
          </a:prstGeom>
          <a:solidFill>
            <a:srgbClr val="7833FE"/>
          </a:solidFill>
          <a:ln/>
          <a:effectLst>
            <a:outerShdw sx="100000" sy="100000" kx="0" ky="0" algn="bl" rotWithShape="0" blurRad="114300" dist="50800" dir="5400000">
              <a:srgbClr val="1A0A40">
                <a:alpha val="3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33388" y="2368296"/>
            <a:ext cx="2013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533388" y="2606040"/>
            <a:ext cx="20139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33388" y="3081528"/>
            <a:ext cx="1959102" cy="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3388" y="3191256"/>
            <a:ext cx="20139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NVIDIAEmbeddings</a:t>
            </a:r>
            <a:endParaRPr lang="en-US" sz="930" dirty="0"/>
          </a:p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nemotron-3-embed-1b</a:t>
            </a:r>
            <a:endParaRPr lang="en-US" sz="930" dirty="0"/>
          </a:p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2048-D Vectors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8721090" y="2148840"/>
            <a:ext cx="4206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14282" y="2148840"/>
            <a:ext cx="2471166" cy="2514600"/>
          </a:xfrm>
          <a:prstGeom prst="roundRect">
            <a:avLst>
              <a:gd name="adj" fmla="val 4810"/>
            </a:avLst>
          </a:prstGeom>
          <a:solidFill>
            <a:srgbClr val="7833FE"/>
          </a:solidFill>
          <a:ln/>
          <a:effectLst>
            <a:outerShdw sx="100000" sy="100000" kx="0" ky="0" algn="bl" rotWithShape="0" blurRad="114300" dist="50800" dir="5400000">
              <a:srgbClr val="1A0A40">
                <a:alpha val="3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370314" y="2368296"/>
            <a:ext cx="2013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370314" y="2606040"/>
            <a:ext cx="20139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370314" y="3081528"/>
            <a:ext cx="1959102" cy="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70314" y="3191256"/>
            <a:ext cx="20139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PineconeVectorStore</a:t>
            </a:r>
            <a:endParaRPr lang="en-US" sz="930" dirty="0"/>
          </a:p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.from_documents()</a:t>
            </a:r>
            <a:endParaRPr lang="en-US" sz="930" dirty="0"/>
          </a:p>
          <a:p>
            <a:pPr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Pinecone → 5 Records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03504" y="4983480"/>
            <a:ext cx="10981944" cy="868680"/>
          </a:xfrm>
          <a:prstGeom prst="roundRect">
            <a:avLst>
              <a:gd name="adj" fmla="val 10526"/>
            </a:avLst>
          </a:prstGeom>
          <a:solidFill>
            <a:srgbClr val="241052"/>
          </a:solidFill>
          <a:ln w="12700">
            <a:solidFill>
              <a:srgbClr val="7833FE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" y="5111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4E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·  RETRIEVAL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77824" y="5367528"/>
            <a:ext cx="1043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</a:t>
            </a:r>
            <a:pPr indent="0" marL="0">
              <a:buNone/>
            </a:pPr>
            <a:r>
              <a:rPr lang="en-US" sz="1250" b="1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2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Embedding</a:t>
            </a:r>
            <a:pPr indent="0" marL="0">
              <a:buNone/>
            </a:pPr>
            <a:r>
              <a:rPr lang="en-US" sz="1250" b="1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2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Search</a:t>
            </a:r>
            <a:pPr indent="0" marL="0">
              <a:buNone/>
            </a:pPr>
            <a:r>
              <a:rPr lang="en-US" sz="1250" b="1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2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Chunks</a:t>
            </a:r>
            <a:pPr indent="0" marL="0">
              <a:buNone/>
            </a:pPr>
            <a:r>
              <a:rPr lang="en-US" sz="1250" b="1" dirty="0">
                <a:solidFill>
                  <a:srgbClr val="7833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25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ConsoleFlare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1036808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C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2026-09-07T11:14:55Z</dcterms:created>
  <dcterms:modified xsi:type="dcterms:W3CDTF">2026-09-07T11:14:55Z</dcterms:modified>
</cp:coreProperties>
</file>